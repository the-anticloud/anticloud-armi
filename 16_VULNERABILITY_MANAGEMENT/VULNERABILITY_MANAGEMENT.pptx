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ARMI | Category: OIL_GAS</a:t>
            </a:r>
          </a:p>
          <a:p>
            <a:r>
              <a:rPr sz="1400"/>
              <a:t>Upstream: https://github.com/terrapower/armi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ARMI.</a:t>
            </a:r>
          </a:p>
          <a:p>
            <a:r>
              <a:rPr sz="1400"/>
              <a:t>Nuclear/reactor analysis framework (also used in energy)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ARMI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